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media/image10.svg" ContentType="image/svg+xml"/>
  <Override PartName="/ppt/media/image11.svg" ContentType="image/svg+xml"/>
  <Override PartName="/ppt/media/image12.svg" ContentType="image/svg+xml"/>
  <Override PartName="/ppt/media/image13.svg" ContentType="image/svg+xml"/>
  <Override PartName="/ppt/media/image14.svg" ContentType="image/svg+xml"/>
  <Override PartName="/ppt/media/image15.svg" ContentType="image/svg+xml"/>
  <Override PartName="/ppt/media/image16.svg" ContentType="image/svg+xml"/>
  <Override PartName="/ppt/media/image17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0.svg" ContentType="image/svg+xml"/>
  <Override PartName="/ppt/media/image21.svg" ContentType="image/svg+xml"/>
  <Override PartName="/ppt/media/image22.svg" ContentType="image/svg+xml"/>
  <Override PartName="/ppt/media/image23.svg" ContentType="image/svg+xml"/>
  <Override PartName="/ppt/media/image24.svg" ContentType="image/svg+xml"/>
  <Override PartName="/ppt/media/image25.svg" ContentType="image/svg+xml"/>
  <Override PartName="/ppt/media/image26.svg" ContentType="image/svg+xml"/>
  <Override PartName="/ppt/media/image27.svg" ContentType="image/svg+xml"/>
  <Override PartName="/ppt/media/image28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</p:sldMasterIdLst>
  <p:notesMasterIdLst>
    <p:notesMasterId r:id="rId7"/>
  </p:notesMasterIdLst>
  <p:sldIdLst>
    <p:sldId id="256" r:id="rId6"/>
    <p:sldId id="257" r:id="rId8"/>
    <p:sldId id="258" r:id="rId9"/>
    <p:sldId id="265" r:id="rId10"/>
    <p:sldId id="259" r:id="rId11"/>
    <p:sldId id="260" r:id="rId12"/>
    <p:sldId id="261" r:id="rId13"/>
    <p:sldId id="272" r:id="rId14"/>
    <p:sldId id="262" r:id="rId15"/>
    <p:sldId id="263" r:id="rId16"/>
    <p:sldId id="26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40"/>
        <p:guide pos="2888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好，我是数字媒体技术专业的罗文惠。今天我将为大家介绍我的课程设计项目——“AI美妆私教”。这是一个基于面部特征检测，为用户提供个性化妆容推荐与指导的系统。接下来，我将从项目背景、系统功能、技术实现等几个方面进行详细阐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项目的背景和用户痛点。在日常生活中，很多人都有这样的困扰：我们很难准确判断自己的面部特征，常常盲目跟风网红妆容，结果却不尽人意。市面上的教程虽然多，但大多是千篇一律的，缺乏个性化。我们的核心目标就是解决这个问题，通过AI技术，为用户提供真正适合他们的妆容建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实现这一目标，我们设计了系统的核心流程和六大功能。用户只需上传一张自拍，系统会通过AI分析其12项面部特征，然后结合用户选择的场景，生成个性化的妆容建议，并推荐相关的B站视频教程。同时，系统还支持历史记录管理，方便用户回顾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传照片后，系统会进行AI分析。大家可以看到，这里展示了12项面部特征的检测结果。基于这些结果和用户选择的场景，系统会生成非常具体的妆容建议。例如面试场景会推荐稳重专业的妆容。同时，系统还会推荐相关的B站视频教程。如果上传的不是人脸照片，系统也能智能识别并提示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传照片后，系统会进行AI分析。大家可以看到，这里展示了12项面部特征的检测结果。基于这些结果和用户选择的场景，系统会生成非常具体的妆容建议。例如面试场景会推荐稳重专业的妆容。同时，系统还会推荐相关的B站视频教程。如果上传的不是人脸照片，系统也能智能识别并提示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系统的技术架构。整体分为三层：前端、后端和AI层。前端我们选用了uni-app框架，可以一套代码打包成安卓应用。后端使用Node.js作为API中转，保护我们的AI密钥安全。AI能力则调用了腾讯云的人脸分析API，它提供了充足的免费额度和高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也遇到了不少问题。比如最初的“虚拟试妆”选题技术门槛过高，我们及时调整为更务实的“面部检测+推荐”方案。此外，我们还解决了手机显示适配、数据真实性、异常处理和App打包等一系列技术难题，确保了项目的顺利推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传照片后，系统会进行AI分析。大家可以看到，这里展示了12项面部特征的检测结果。基于这些结果和用户选择的场景，系统会生成非常具体的妆容建议。例如面试场景会推荐稳重专业的妆容。同时，系统还会推荐相关的B站视频教程。如果上传的不是人脸照片，系统也能智能识别并提示用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项目完成后，我们进行了全面的测试。共设计了14个测试用例，覆盖了所有核心功能，通过率达到100%。总结来说，本项目的亮点在于选题贴近生活、技术方案真实可信、推荐个性化程度高，并且我们完成了全套的软件工程文档，保证了项目的规范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对于未来，我们规划了V3.0版本。我们希望增加更多的面部特征维度和使用场景，优化视频播放体验，并最终将应用发布到应用商店。当前版本已经完成了核心功能的闭环，未来有很大的迭代空间。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最后，我要衷心感谢我的指导老师和课程组的老师们，感谢你们的悉心指导和提供的宝贵学习机会。我的汇报到此结束，请各位老师批评指正。谢谢大家！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6.png"/><Relationship Id="rId7" Type="http://schemas.openxmlformats.org/officeDocument/2006/relationships/image" Target="../media/image3.svg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4.png"/><Relationship Id="rId3" Type="http://schemas.openxmlformats.org/officeDocument/2006/relationships/image" Target="../media/image1.svg"/><Relationship Id="rId2" Type="http://schemas.openxmlformats.org/officeDocument/2006/relationships/image" Target="../media/image3.png"/><Relationship Id="rId11" Type="http://schemas.openxmlformats.org/officeDocument/2006/relationships/notesSlide" Target="../notesSlides/notesSlide2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svg"/><Relationship Id="rId8" Type="http://schemas.openxmlformats.org/officeDocument/2006/relationships/image" Target="../media/image10.png"/><Relationship Id="rId7" Type="http://schemas.openxmlformats.org/officeDocument/2006/relationships/image" Target="../media/image7.svg"/><Relationship Id="rId6" Type="http://schemas.openxmlformats.org/officeDocument/2006/relationships/image" Target="../media/image9.png"/><Relationship Id="rId5" Type="http://schemas.openxmlformats.org/officeDocument/2006/relationships/image" Target="../media/image6.svg"/><Relationship Id="rId4" Type="http://schemas.openxmlformats.org/officeDocument/2006/relationships/image" Target="../media/image8.png"/><Relationship Id="rId3" Type="http://schemas.openxmlformats.org/officeDocument/2006/relationships/image" Target="../media/image5.svg"/><Relationship Id="rId23" Type="http://schemas.openxmlformats.org/officeDocument/2006/relationships/notesSlide" Target="../notesSlides/notesSlide3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14.svg"/><Relationship Id="rId20" Type="http://schemas.openxmlformats.org/officeDocument/2006/relationships/image" Target="../media/image16.png"/><Relationship Id="rId2" Type="http://schemas.openxmlformats.org/officeDocument/2006/relationships/image" Target="../media/image7.png"/><Relationship Id="rId19" Type="http://schemas.openxmlformats.org/officeDocument/2006/relationships/image" Target="../media/image13.svg"/><Relationship Id="rId18" Type="http://schemas.openxmlformats.org/officeDocument/2006/relationships/image" Target="../media/image15.png"/><Relationship Id="rId17" Type="http://schemas.openxmlformats.org/officeDocument/2006/relationships/image" Target="../media/image12.svg"/><Relationship Id="rId16" Type="http://schemas.openxmlformats.org/officeDocument/2006/relationships/image" Target="../media/image14.png"/><Relationship Id="rId15" Type="http://schemas.openxmlformats.org/officeDocument/2006/relationships/image" Target="../media/image11.svg"/><Relationship Id="rId14" Type="http://schemas.openxmlformats.org/officeDocument/2006/relationships/image" Target="../media/image13.png"/><Relationship Id="rId13" Type="http://schemas.openxmlformats.org/officeDocument/2006/relationships/image" Target="../media/image10.svg"/><Relationship Id="rId12" Type="http://schemas.openxmlformats.org/officeDocument/2006/relationships/image" Target="../media/image12.png"/><Relationship Id="rId11" Type="http://schemas.openxmlformats.org/officeDocument/2006/relationships/image" Target="../media/image9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23.png"/><Relationship Id="rId7" Type="http://schemas.openxmlformats.org/officeDocument/2006/relationships/image" Target="../media/image22.png"/><Relationship Id="rId6" Type="http://schemas.openxmlformats.org/officeDocument/2006/relationships/image" Target="../media/image21.png"/><Relationship Id="rId5" Type="http://schemas.openxmlformats.org/officeDocument/2006/relationships/image" Target="../media/image16.svg"/><Relationship Id="rId4" Type="http://schemas.openxmlformats.org/officeDocument/2006/relationships/image" Target="../media/image20.png"/><Relationship Id="rId3" Type="http://schemas.openxmlformats.org/officeDocument/2006/relationships/image" Target="../media/image15.svg"/><Relationship Id="rId2" Type="http://schemas.openxmlformats.org/officeDocument/2006/relationships/image" Target="../media/image19.png"/><Relationship Id="rId10" Type="http://schemas.openxmlformats.org/officeDocument/2006/relationships/notesSlide" Target="../notesSlides/notesSlide5.xml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9.svg"/><Relationship Id="rId6" Type="http://schemas.openxmlformats.org/officeDocument/2006/relationships/image" Target="../media/image26.png"/><Relationship Id="rId5" Type="http://schemas.openxmlformats.org/officeDocument/2006/relationships/image" Target="../media/image18.svg"/><Relationship Id="rId4" Type="http://schemas.openxmlformats.org/officeDocument/2006/relationships/image" Target="../media/image25.png"/><Relationship Id="rId3" Type="http://schemas.openxmlformats.org/officeDocument/2006/relationships/image" Target="../media/image17.svg"/><Relationship Id="rId2" Type="http://schemas.openxmlformats.org/officeDocument/2006/relationships/image" Target="../media/image24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svg"/><Relationship Id="rId8" Type="http://schemas.openxmlformats.org/officeDocument/2006/relationships/image" Target="../media/image14.png"/><Relationship Id="rId7" Type="http://schemas.openxmlformats.org/officeDocument/2006/relationships/image" Target="../media/image21.svg"/><Relationship Id="rId6" Type="http://schemas.openxmlformats.org/officeDocument/2006/relationships/image" Target="../media/image28.png"/><Relationship Id="rId5" Type="http://schemas.openxmlformats.org/officeDocument/2006/relationships/image" Target="../media/image17.svg"/><Relationship Id="rId4" Type="http://schemas.openxmlformats.org/officeDocument/2006/relationships/image" Target="../media/image24.png"/><Relationship Id="rId3" Type="http://schemas.openxmlformats.org/officeDocument/2006/relationships/image" Target="../media/image20.svg"/><Relationship Id="rId2" Type="http://schemas.openxmlformats.org/officeDocument/2006/relationships/image" Target="../media/image27.png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2.svg"/><Relationship Id="rId10" Type="http://schemas.openxmlformats.org/officeDocument/2006/relationships/image" Target="../media/image29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8.xml"/><Relationship Id="rId6" Type="http://schemas.openxmlformats.org/officeDocument/2006/relationships/slideLayout" Target="../slideLayouts/slideLayout14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svg"/><Relationship Id="rId8" Type="http://schemas.openxmlformats.org/officeDocument/2006/relationships/image" Target="../media/image35.png"/><Relationship Id="rId7" Type="http://schemas.openxmlformats.org/officeDocument/2006/relationships/image" Target="../media/image12.svg"/><Relationship Id="rId6" Type="http://schemas.openxmlformats.org/officeDocument/2006/relationships/image" Target="../media/image14.png"/><Relationship Id="rId5" Type="http://schemas.openxmlformats.org/officeDocument/2006/relationships/image" Target="../media/image5.svg"/><Relationship Id="rId4" Type="http://schemas.openxmlformats.org/officeDocument/2006/relationships/image" Target="../media/image7.png"/><Relationship Id="rId3" Type="http://schemas.openxmlformats.org/officeDocument/2006/relationships/image" Target="../media/image23.svg"/><Relationship Id="rId2" Type="http://schemas.openxmlformats.org/officeDocument/2006/relationships/image" Target="../media/image34.png"/><Relationship Id="rId13" Type="http://schemas.openxmlformats.org/officeDocument/2006/relationships/notesSlide" Target="../notesSlides/notesSlide9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5.svg"/><Relationship Id="rId10" Type="http://schemas.openxmlformats.org/officeDocument/2006/relationships/image" Target="../media/image36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39.png"/><Relationship Id="rId7" Type="http://schemas.openxmlformats.org/officeDocument/2006/relationships/image" Target="../media/image8.svg"/><Relationship Id="rId6" Type="http://schemas.openxmlformats.org/officeDocument/2006/relationships/image" Target="../media/image10.png"/><Relationship Id="rId5" Type="http://schemas.openxmlformats.org/officeDocument/2006/relationships/image" Target="../media/image27.svg"/><Relationship Id="rId4" Type="http://schemas.openxmlformats.org/officeDocument/2006/relationships/image" Target="../media/image38.png"/><Relationship Id="rId3" Type="http://schemas.openxmlformats.org/officeDocument/2006/relationships/image" Target="../media/image26.svg"/><Relationship Id="rId2" Type="http://schemas.openxmlformats.org/officeDocument/2006/relationships/image" Target="../media/image37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4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AI美妆私教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381000" y="3556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基于面部特征检测的个性化妆容推荐与指导系统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334000" y="4699000"/>
            <a:ext cx="1524000" cy="381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5334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952500" y="5461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答辩人 / 学号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罗文惠 | 2408090602013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5342709">
            <a:off x="30480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3556000" y="5461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 / 年级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</a:t>
            </a: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媒2402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096000" y="5334000"/>
            <a:ext cx="5334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86500" y="5461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钟云飞 老师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5342709">
            <a:off x="8382000" y="589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8890000" y="5461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所在学院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湖南工业大学包装工程学院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006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特征难辨，认知模糊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540000"/>
            <a:ext cx="482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普通人缺乏审美知识，难以判断自身的脸型、眼距、三庭比例等特征，成为妆容定制的第一道门槛。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270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76200" cy="1206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556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5306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盲目跟风，效果适反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016000" y="4064000"/>
            <a:ext cx="4826000" cy="533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盲目照搬网红妆容，易暴露面部短板，效果适得其反。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5386249">
            <a:off x="4762500" y="3486163"/>
            <a:ext cx="317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604000" y="1905000"/>
            <a:ext cx="4826000" cy="27305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12700" cap="flat" cmpd="sng">
            <a:solidFill>
              <a:srgbClr val="E597B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58000" y="20955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493000" y="2133600"/>
            <a:ext cx="3683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构建“特征-方案”精准链路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10110">
            <a:off x="6858009" y="2787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6858000" y="3048000"/>
            <a:ext cx="431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以AI面部识别为核心，打破信息不对称，为用户提供从“面部特征智能分析”到“个性化妆容教程推荐”的全流程解决方案，彻底解决“不知道自己适合什么妆容”的核心焦虑，实现美妆建议的精准匹配。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3975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5588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2032000" y="5524500"/>
            <a:ext cx="863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行业洞察：B站化妆教程月均搜索量超</a:t>
            </a:r>
            <a:r>
              <a:rPr lang="en-US" sz="1800" b="1" i="0" u="none" strike="noStrike">
                <a:solidFill>
                  <a:srgbClr val="E597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1000万+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，但海量内容中缺乏有效的个性化筛选与匹配机制，用户获取有效信息的成本极高，市场缺口巨大。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系统功能概述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1968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上传自拍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20221">
            <a:off x="952519" y="253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667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用户通过相机拍摄或从相册选取照片，开启专属妆容定制的第一步。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92500" y="1778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3000" y="1968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1910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AI特征分析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20221">
            <a:off x="3683019" y="253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3683000" y="2667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系统自动识别并分析脸型、五官比例等12项关键面部特征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1778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13500" y="1968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9215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生成妆容方案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20221">
            <a:off x="6413519" y="253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413500" y="2667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结合用户选定场景，输出针对性化妆重点与避坑指南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953500" y="1778000"/>
            <a:ext cx="25400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1968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652000" y="1968500"/>
            <a:ext cx="1714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匹配视频教程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20221">
            <a:off x="9144019" y="2533650"/>
            <a:ext cx="215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144000" y="2667000"/>
            <a:ext cx="215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基于分析结果，精准推荐B站优质美妆教学视频，指导用户实操。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4064000"/>
            <a:ext cx="34671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52500" y="4254500"/>
            <a:ext cx="355600" cy="3556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460500" y="4216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场景选择多样化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覆盖通勤、上学等主流生活场景，按需定制妆容风格。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4394200" y="4064000"/>
            <a:ext cx="34671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584700" y="4254500"/>
            <a:ext cx="355600" cy="3556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092700" y="4216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灵活照片上传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限制≤5MB，保障图片质量与上传效率。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0" name="AutoShape 30"/>
          <p:cNvSpPr/>
          <p:nvPr/>
        </p:nvSpPr>
        <p:spPr>
          <a:xfrm>
            <a:off x="8026400" y="4064000"/>
            <a:ext cx="34671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1" name="Picture 3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216900" y="4254500"/>
            <a:ext cx="355600" cy="355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724900" y="4216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专业AI面部分析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深度检测12项面部关键特征，科学评估五官比例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3" name="AutoShape 33"/>
          <p:cNvSpPr/>
          <p:nvPr/>
        </p:nvSpPr>
        <p:spPr>
          <a:xfrm>
            <a:off x="762000" y="5334000"/>
            <a:ext cx="34671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4" name="Picture 3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500" y="5524500"/>
            <a:ext cx="355600" cy="355600"/>
          </a:xfrm>
          <a:prstGeom prst="rect">
            <a:avLst/>
          </a:prstGeom>
        </p:spPr>
      </p:pic>
      <p:sp>
        <p:nvSpPr>
          <p:cNvPr id="35" name="AutoShape 35"/>
          <p:cNvSpPr/>
          <p:nvPr/>
        </p:nvSpPr>
        <p:spPr>
          <a:xfrm>
            <a:off x="1460500" y="5486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专属妆容避坑指南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点明用户易踩的妆容雷区，让新手也能少走弯路。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6" name="AutoShape 36"/>
          <p:cNvSpPr/>
          <p:nvPr/>
        </p:nvSpPr>
        <p:spPr>
          <a:xfrm>
            <a:off x="4394200" y="5334000"/>
            <a:ext cx="34671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7" name="Picture 3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584700" y="5524500"/>
            <a:ext cx="355600" cy="355600"/>
          </a:xfrm>
          <a:prstGeom prst="rect">
            <a:avLst/>
          </a:prstGeom>
        </p:spPr>
      </p:pic>
      <p:sp>
        <p:nvSpPr>
          <p:cNvPr id="38" name="AutoShape 38"/>
          <p:cNvSpPr/>
          <p:nvPr/>
        </p:nvSpPr>
        <p:spPr>
          <a:xfrm>
            <a:off x="5092700" y="5486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精准视频内容推荐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根据分析结果智能匹配高相关度的实操教学视频。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8026400" y="5334000"/>
            <a:ext cx="34671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0" name="Picture 40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16900" y="5524500"/>
            <a:ext cx="355600" cy="355600"/>
          </a:xfrm>
          <a:prstGeom prst="rect">
            <a:avLst/>
          </a:prstGeom>
        </p:spPr>
      </p:pic>
      <p:sp>
        <p:nvSpPr>
          <p:cNvPr id="41" name="AutoShape 41"/>
          <p:cNvSpPr/>
          <p:nvPr/>
        </p:nvSpPr>
        <p:spPr>
          <a:xfrm>
            <a:off x="8724900" y="5486400"/>
            <a:ext cx="266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智能历史记录管理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自动保存用户过往生成的妆容方案，方便随时回顾看。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功能演示</a:t>
            </a:r>
            <a:r>
              <a:rPr lang="en-US" sz="3200" b="1" i="0" u="none" strike="noStrike">
                <a:solidFill>
                  <a:srgbClr val="333333"/>
                </a:solidFill>
                <a:latin typeface="Calibri" panose="020F0502020204030204" charset="0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</a:t>
            </a: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启动页面和</a:t>
            </a:r>
            <a:r>
              <a:rPr lang="en-US" altLang="zh-CN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UI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界面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765" y="1668780"/>
            <a:ext cx="2698750" cy="45212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985" y="1668780"/>
            <a:ext cx="2663825" cy="45154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792095" y="6291580"/>
            <a:ext cx="1579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启动界面</a:t>
            </a:r>
            <a:endParaRPr lang="zh-CN" altLang="en-US" sz="1600" b="1"/>
          </a:p>
        </p:txBody>
      </p:sp>
      <p:sp>
        <p:nvSpPr>
          <p:cNvPr id="5" name="文本框 4"/>
          <p:cNvSpPr txBox="1"/>
          <p:nvPr/>
        </p:nvSpPr>
        <p:spPr>
          <a:xfrm>
            <a:off x="7809230" y="6291580"/>
            <a:ext cx="157924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 b="1"/>
              <a:t>UI</a:t>
            </a:r>
            <a:r>
              <a:rPr lang="zh-CN" altLang="en-US" sz="1600" b="1"/>
              <a:t>界面</a:t>
            </a:r>
            <a:endParaRPr lang="zh-CN" altLang="en-US" sz="16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功能演示②：分析结果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89000" y="1651000"/>
            <a:ext cx="5080000" cy="163131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1841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8415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12项面部特征检测报告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9822">
            <a:off x="1143009" y="247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143000" y="2603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基于腾讯云AI接口，精准提取脸型、肤色、眉形、眼距等12项关键面部数据，生成可视化数据表格，为后续妆容推荐提供科学支撑。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080000" cy="1631315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1841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755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智能建议与视频教程联动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9822">
            <a:off x="6477009" y="2470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6477000" y="2603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结合用户场景需求输出定制化妆容方案，并自动匹配B站相关美妆教学视频，实现“看建议、学教程”的一站式体验。</a:t>
            </a:r>
            <a:endParaRPr lang="en-US" sz="1100"/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44600" y="3480435"/>
            <a:ext cx="2706370" cy="315087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3100" y="3480435"/>
            <a:ext cx="2818765" cy="317754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51775" y="3480435"/>
            <a:ext cx="3366770" cy="2025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技术架构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E597B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97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前端交互层 (uni-app + Vue)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2794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基于HBuilder X开发，采用rpx响应式布局适配多终端，实现一套代码打包生成Android APK安装包，大幅降低跨平台开发成本。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E597B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后端服务层 (Node.js)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323">
            <a:off x="45720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72000" y="2794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作为API签名加密的中转层本地运行，有效隔离并保护AI接口的密钥安全，避免前端直接暴露敏感信息，保障数据交互的安全性。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solidFill>
              <a:srgbClr val="E597B8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3429000" cy="508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1500" y="209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36000" y="2057400"/>
            <a:ext cx="266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核心能力层 (腾讯云AI)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323">
            <a:off x="8191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191500" y="2794000"/>
            <a:ext cx="3048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集成腾讯云人脸分析API，提供高精度人脸检测与面部属性分析服务。拥有每月1000次免费调用额度，识别准确率稳定在90%以上。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57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572000"/>
            <a:ext cx="50800" cy="16510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952500" y="4699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选型理由：快速跨端开发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uni-app框架学习成本低，能最大程度复用Web开发经验，实现一次开发多端运行，非常适合项目初期的快速迭代与验证。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381500" y="457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4381500" y="4572000"/>
            <a:ext cx="50800" cy="16510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4572000" y="4699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选型理由：轻量且安全的中转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使用JavaScript全栈技术，API签名逻辑实现简单高效。作为后端中转，有效隐藏敏感密钥，规避前端直接请求外部API的安全风险。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001000" y="4572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001000" y="4572000"/>
            <a:ext cx="50800" cy="16510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191500" y="4699000"/>
            <a:ext cx="3048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选型理由：高性价比与高可用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腾讯云API文档完善，接入流程标准化，且免费额度能满足项目初期需求，高准确率的识别结果也能保障用户体验的流畅性。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开发中的问题与解决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95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057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选题方向调整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原方案“虚拟试妆”依赖GAN模型，纯前端实现难度大。调整为“面部检测+推荐”，需求更刚性务实，降低了技术门槛，确保项目可落地。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0955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80000" y="2057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多端显示适配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针对网页版在手机端显示不全的问题，改用uni-app框架重构，采用单列滚动布局，并使用rpx响应式单位，实现不同屏幕尺寸的自动适配。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1905000"/>
            <a:ext cx="342900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1905000"/>
            <a:ext cx="76200" cy="1968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255000" y="20955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699500" y="2057400"/>
            <a:ext cx="2603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真实数据接入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253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2667000"/>
            <a:ext cx="29845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V1.0阶段使用随机模拟数据缺乏可信度，V2.0接入腾讯云人脸分析API，实现真实面部特征的精准检测与分析，提升了推荐结果的专业性和说服力。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4318000"/>
            <a:ext cx="52324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7620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5085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460500" y="447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非人脸异常场景处理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241">
            <a:off x="1016009" y="4946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1016000" y="5080000"/>
            <a:ext cx="4724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优化用户交互体验，在接入API后增加自动检测机制。当识别到上传图片中无人脸特征时，系统会即时返回错误信息，并引导用户重新上传有效照片，避免无效流程。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48400" y="4318000"/>
            <a:ext cx="52324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48400" y="4318000"/>
            <a:ext cx="76200" cy="19050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502400" y="4508500"/>
            <a:ext cx="304800" cy="3048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6946900" y="4470400"/>
            <a:ext cx="4318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App打包与配置难题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9241">
            <a:off x="6502409" y="4946650"/>
            <a:ext cx="4724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6502400" y="5080000"/>
            <a:ext cx="47244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针对manifest.json配置项复杂、证书获取困难的问题，通过查阅文档掌握核心配置，从云端获取AppID，并采用公共测试证书完成打包流程，成功生成可安装的测试版App。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</a:t>
            </a:r>
            <a:r>
              <a:rPr lang="zh-CN" alt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工作过程</a:t>
            </a:r>
            <a:endParaRPr lang="zh-CN" altLang="en-US" sz="3200" b="1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2425" y="1270000"/>
            <a:ext cx="3305175" cy="46520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686800" y="6122035"/>
            <a:ext cx="18891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调用</a:t>
            </a:r>
            <a:r>
              <a:rPr lang="en-US" altLang="zh-CN" sz="1600" b="1"/>
              <a:t>API</a:t>
            </a:r>
            <a:r>
              <a:rPr lang="zh-CN" altLang="en-US" sz="1600" b="1"/>
              <a:t>成功截图</a:t>
            </a:r>
            <a:endParaRPr lang="zh-CN" altLang="en-US" sz="1600" b="1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4455" y="1270000"/>
            <a:ext cx="3691890" cy="213233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rcRect b="34579"/>
          <a:stretch>
            <a:fillRect/>
          </a:stretch>
        </p:blipFill>
        <p:spPr>
          <a:xfrm>
            <a:off x="3894455" y="3920490"/>
            <a:ext cx="3692525" cy="200152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5151120" y="3493135"/>
            <a:ext cx="18891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前端代码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5250180" y="6015990"/>
            <a:ext cx="18891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后端代码</a:t>
            </a:r>
            <a:endParaRPr lang="zh-CN" altLang="en-US" sz="1600" b="1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2490470"/>
            <a:ext cx="2066290" cy="2089150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1122045" y="4752340"/>
            <a:ext cx="18891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软件</a:t>
            </a:r>
            <a:r>
              <a:rPr lang="en-US" altLang="zh-CN" sz="1600" b="1"/>
              <a:t>logo</a:t>
            </a:r>
            <a:endParaRPr lang="en-US" altLang="zh-CN" sz="1600" b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测试与总结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10668000" cy="25400"/>
          </a:xfrm>
          <a:prstGeom prst="roundRect">
            <a:avLst>
              <a:gd name="adj" fmla="val 0"/>
            </a:avLst>
          </a:prstGeom>
          <a:solidFill>
            <a:srgbClr val="E597B8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095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97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▍测试数据概览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323">
            <a:off x="952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921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测试用例总数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/>
        </p:nvCxnSpPr>
        <p:spPr>
          <a:xfrm rot="5342709">
            <a:off x="2095500" y="3359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2603500" y="2921000"/>
            <a:ext cx="1460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14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用例通过数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14323">
            <a:off x="952513" y="4184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952500" y="4445000"/>
            <a:ext cx="304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E597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100%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核心功能通过率，覆盖所有关键业务流程</a:t>
            </a:r>
            <a:endParaRPr lang="en-US" sz="13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4445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4635500" y="2095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97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▍全链路功能覆盖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4323">
            <a:off x="4635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35500" y="2857500"/>
            <a:ext cx="1460500" cy="8255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62500" y="29845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5080000" y="29464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基础流程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启动页、场景选择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6223000" y="2857500"/>
            <a:ext cx="1460500" cy="8255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2984500"/>
            <a:ext cx="254000" cy="254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667500" y="29464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照片上传、AI分析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4635500" y="3937000"/>
            <a:ext cx="1460500" cy="8255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62500" y="40640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5080000" y="40259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智能服务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妆容建议、视频推荐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6223000" y="3937000"/>
            <a:ext cx="1460500" cy="825500"/>
          </a:xfrm>
          <a:prstGeom prst="roundRect">
            <a:avLst>
              <a:gd name="adj" fmla="val 0"/>
            </a:avLst>
          </a:prstGeom>
          <a:solidFill>
            <a:srgbClr val="E597B8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50000" y="4064000"/>
            <a:ext cx="254000" cy="254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6667500" y="40259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体验保障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历史记录、异常处理</a:t>
            </a:r>
            <a:endParaRPr lang="en-US" sz="11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8001000" y="1905000"/>
            <a:ext cx="3429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E597B8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8191500" y="2095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597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▍项目核心亮点</a:t>
            </a:r>
            <a:endParaRPr lang="en-US" sz="1100"/>
          </a:p>
        </p:txBody>
      </p:sp>
      <p:cxnSp>
        <p:nvCxnSpPr>
          <p:cNvPr id="30" name="Connector 30"/>
          <p:cNvCxnSpPr/>
          <p:nvPr/>
        </p:nvCxnSpPr>
        <p:spPr>
          <a:xfrm rot="-14323">
            <a:off x="8191513" y="25971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33333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Picture 3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2857500"/>
            <a:ext cx="228600" cy="228600"/>
          </a:xfrm>
          <a:prstGeom prst="rect">
            <a:avLst/>
          </a:prstGeom>
        </p:spPr>
      </p:pic>
      <p:sp>
        <p:nvSpPr>
          <p:cNvPr id="32" name="AutoShape 32"/>
          <p:cNvSpPr/>
          <p:nvPr/>
        </p:nvSpPr>
        <p:spPr>
          <a:xfrm>
            <a:off x="8509000" y="28194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贴近生活痛点：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精准解决用户“不知适合什么妆容”的普遍困惑，实用性强。</a:t>
            </a:r>
            <a:endParaRPr lang="en-US" sz="1100"/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3683000"/>
            <a:ext cx="228600" cy="2286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8509000" y="3644900"/>
            <a:ext cx="273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技术真实可信：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接入腾讯云AI接口，分析基于真实算法，非模拟随机结果。</a:t>
            </a:r>
            <a:endParaRPr lang="en-US" sz="1100"/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91500" y="4572000"/>
            <a:ext cx="228600" cy="2286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8509000" y="4533900"/>
            <a:ext cx="2730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规范与个性兼备：</a:t>
            </a: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结合场景与面部特征实现高度个性化推荐，且产出全套规范软件工程文档。</a:t>
            </a:r>
            <a:endParaRPr lang="en-US" sz="1100"/>
          </a:p>
        </p:txBody>
      </p:sp>
      <p:sp>
        <p:nvSpPr>
          <p:cNvPr id="37" name="AutoShape 37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E597B8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8" name="AutoShape 38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总结：项目从真实需求出发，以可靠技术为支撑，在保证功能完整的同时，兼顾了规范性与用户体验的个性化。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展望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159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159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增加特征维度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9656">
            <a:off x="1066809" y="2787650"/>
            <a:ext cx="452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66800" y="292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进一步细分眼型、唇形等更多面部特征，让AI识别更精准，为用户提供更丰富、更个性化的面部分析与美化方案。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905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223000" y="2159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159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12000" y="2159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丰富使用场景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9656">
            <a:off x="6527809" y="2787650"/>
            <a:ext cx="452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6527800" y="2921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拓展聚会合影、毕业纪念照、证件照等多样化使用场景，满足用户在不同社交、生活场景下的图片处理需求。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064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1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31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651000" y="4318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优化用户体验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9656">
            <a:off x="1066809" y="4946650"/>
            <a:ext cx="452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1066800" y="508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支持B站视频内嵌播放，用户无需跳转浏览器即可在应用内完成观看与处理，减少操作步骤，提升使用流畅度。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064000"/>
            <a:ext cx="5207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6223000" y="4318000"/>
            <a:ext cx="50800" cy="13335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4318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43180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拓展发布渠道</a:t>
            </a:r>
            <a:endParaRPr lang="en-US" sz="1100"/>
          </a:p>
        </p:txBody>
      </p:sp>
      <p:cxnSp>
        <p:nvCxnSpPr>
          <p:cNvPr id="26" name="Connector 26"/>
          <p:cNvCxnSpPr/>
          <p:nvPr/>
        </p:nvCxnSpPr>
        <p:spPr>
          <a:xfrm rot="-9656">
            <a:off x="6527809" y="4946650"/>
            <a:ext cx="4521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97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/>
        </p:nvSpPr>
        <p:spPr>
          <a:xfrm>
            <a:off x="6527800" y="5080000"/>
            <a:ext cx="444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全面优化UI界面的交互逻辑与视觉呈现，完善应用功能闭环，准备正式发布至主流应用商店，触达更广泛用户群体。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413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致谢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588000" y="3556000"/>
            <a:ext cx="1016000" cy="50800"/>
          </a:xfrm>
          <a:prstGeom prst="roundRect">
            <a:avLst>
              <a:gd name="adj" fmla="val 0"/>
            </a:avLst>
          </a:prstGeom>
          <a:solidFill>
            <a:srgbClr val="E597B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衷心感谢指导教师的悉心指导，为我的研究指明方向；也感谢课程组提供宝贵的学习与实践机会，让我得以不断成长。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46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请各位老师批评指正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2337</Words>
  <Application>WPS 演示</Application>
  <PresentationFormat/>
  <Paragraphs>196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宋体</vt:lpstr>
      <vt:lpstr>Wingdings</vt:lpstr>
      <vt:lpstr>Arial</vt:lpstr>
      <vt:lpstr>Noto Sans SC</vt:lpstr>
      <vt:lpstr>Calibri</vt:lpstr>
      <vt:lpstr>微软雅黑</vt:lpstr>
      <vt:lpstr>Arial Unicode MS</vt:lpstr>
      <vt:lpstr>Office 主题​​</vt:lpstr>
      <vt:lpstr>默认主题</vt:lpstr>
      <vt:lpstr>1_默认主题</vt:lpstr>
      <vt:lpstr>2_默认主题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Bear</cp:lastModifiedBy>
  <cp:revision>2</cp:revision>
  <dcterms:created xsi:type="dcterms:W3CDTF">2026-06-25T07:56:00Z</dcterms:created>
  <dcterms:modified xsi:type="dcterms:W3CDTF">2026-06-25T08:18:29Z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{"Label":"1","ContentProducer":"001191110102MACQD9K64010000","ProduceID":"7655230454639889378","ReservedCode1":"","ContentPropagator":"","PropagateID":"","ReservedCode2":""}</vt:lpwstr>
  </property>
  <property fmtid="{D5CDD505-2E9C-101B-9397-08002B2CF9AE}" pid="3" name="KSOProductBuildVer">
    <vt:lpwstr>2052-11.1.0.10009</vt:lpwstr>
  </property>
</Properties>
</file>